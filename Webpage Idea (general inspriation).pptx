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EBE600"/>
    <a:srgbClr val="F1E19D"/>
    <a:srgbClr val="22409A"/>
    <a:srgbClr val="A5CC3B"/>
    <a:srgbClr val="4036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158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5A2A3-11E6-D3BF-929A-4698224E9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C74B38-1B55-2E04-C13B-E911204EA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F70A1-0127-6E79-C518-B28ABE6FB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350B-344B-4C72-B8C2-5C34046784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AE63D-6F0C-67FC-7967-493EBCF5A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5E85D-055F-E1AD-166D-906A205E4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6686-4EB3-47FE-853C-2A91A335A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40CA3-7462-D414-27A4-C7D4DA370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7E0CC-2A9F-2B63-5A42-8B208BA8D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923B-7616-EECD-B781-D7C1BB835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350B-344B-4C72-B8C2-5C34046784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DE11A-E75A-A269-C4CF-997CC0385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BADE5-AF16-0A8F-DD59-91CFF979C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6686-4EB3-47FE-853C-2A91A335A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0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E9D96-77E5-79F1-6BFB-CAD41C82D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8F172-6324-43A6-1F96-C7245F11C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36F81-706E-51DA-2BD6-879FBFC3D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350B-344B-4C72-B8C2-5C34046784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28737-3A6E-23C6-5AA8-B88FB47E0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B325F-4F01-D415-BEE7-26ED26E7B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6686-4EB3-47FE-853C-2A91A335A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506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CF516-EC6D-94A7-FE72-866BDF55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5D3DC-D99E-8FB4-F5E8-EFD55FA80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5B758-26D7-32BC-7396-FAC0FE05F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B7DAF-FBDC-20DC-ECFE-2A4BA38FC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350B-344B-4C72-B8C2-5C34046784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C6E14-09B4-A4B5-8A4D-0BFB09395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CA6E9-8472-C065-E81F-50DAE2664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6686-4EB3-47FE-853C-2A91A335A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85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387DA-5D75-6E43-998A-841402DFA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C2961-F328-3267-3E2A-43BC6E6D4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03FCE-389B-5411-DDDB-7CBD2B256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EBF46D-C6FF-5D5F-74A5-EB259DC7DC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A05C03-53A3-3EDA-52DA-119FB31414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4AF01-7DA9-89CA-66AB-DD7CDD90B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350B-344B-4C72-B8C2-5C34046784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DDC9E5-2F96-AC02-8C91-F81BDA2B9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A5CC91-B33C-FF36-4282-9F59FC02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6686-4EB3-47FE-853C-2A91A335A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99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C0C77-60F7-4428-2921-738B9A32D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8C179B-C2B5-18B7-E3B0-E9C83A158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350B-344B-4C72-B8C2-5C34046784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C61D67-6B38-0E82-2D47-538465634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7FDB6-2A14-ADCB-B7C8-1D7ED084F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6686-4EB3-47FE-853C-2A91A335A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064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EDA2B4-345C-C59A-867C-CE1E2300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350B-344B-4C72-B8C2-5C34046784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1C4F74-4A7C-0EAE-57DA-03C00EF11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7908A-A18B-06E2-CB69-26FA697EA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6686-4EB3-47FE-853C-2A91A335A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99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D813-9469-62A5-EFCB-8FF10CE8C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06B2E-88FC-245E-DABC-7261AF52D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63805-EBF2-AFBE-7238-2E70EAEBE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B54C8-72D6-99B2-CB54-1284AC97C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350B-344B-4C72-B8C2-5C34046784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6F9EA-32C3-BDB8-E584-36DA98528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0F5E3-DE98-D919-8FCC-866C4911B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6686-4EB3-47FE-853C-2A91A335A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34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33329-D77D-66C6-034D-07F0A16E6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BDEF78-0E92-9F7B-C80E-F82462B80D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9C9FC-A570-220F-D9FA-D7FEEBBC15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A20EC-0A3C-437C-402A-A5FA73C95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350B-344B-4C72-B8C2-5C34046784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2C145-5E04-BCDB-1F64-051D73D6B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BC57C-C37C-4EA6-6F16-7BBE12412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6686-4EB3-47FE-853C-2A91A335A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81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69357-02D4-984B-C345-626D2161F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F22F5-5B93-1925-FB9D-963A0D8DC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AAA75-4E3C-AE4D-C848-D2955D433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350B-344B-4C72-B8C2-5C34046784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C901-9D31-FABD-304A-AAD415AC8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8CD73-2416-65D9-AE58-733ED49E5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6686-4EB3-47FE-853C-2A91A335A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24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D22F24-8563-D9D5-5B86-8066610B7F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2DF598-8440-6AFF-537F-A4A4772F6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D8F1A-E060-8A43-7293-15176394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350B-344B-4C72-B8C2-5C34046784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20063-7BB4-530B-A979-EF0599B65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93209-490A-3E3F-10D3-05D22C709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6686-4EB3-47FE-853C-2A91A335A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1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19BB93-01B8-CE3F-37EE-5DDC6804F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60D33-CC28-D6F3-B8BA-1FF628391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0B23F-CF02-7D3A-C2BD-F633982F15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8350B-344B-4C72-B8C2-5C34046784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E8AB0-6CEC-8426-74AD-73B5CB9A0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B6ADA-92FB-79D0-79B3-966D9C223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586686-4EB3-47FE-853C-2A91A335A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97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FB2F9E-9235-508C-EE96-EC9E36E0C8E4}"/>
              </a:ext>
            </a:extLst>
          </p:cNvPr>
          <p:cNvSpPr/>
          <p:nvPr/>
        </p:nvSpPr>
        <p:spPr>
          <a:xfrm>
            <a:off x="4051300" y="3012775"/>
            <a:ext cx="4089400" cy="832451"/>
          </a:xfrm>
          <a:prstGeom prst="roundRect">
            <a:avLst/>
          </a:prstGeom>
          <a:noFill/>
          <a:ln w="28575">
            <a:solidFill>
              <a:srgbClr val="4036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110E97-F1FD-FD76-7C1D-31064CF6C0AA}"/>
              </a:ext>
            </a:extLst>
          </p:cNvPr>
          <p:cNvSpPr/>
          <p:nvPr/>
        </p:nvSpPr>
        <p:spPr>
          <a:xfrm>
            <a:off x="4022725" y="2983706"/>
            <a:ext cx="4146550" cy="890588"/>
          </a:xfrm>
          <a:prstGeom prst="roundRect">
            <a:avLst>
              <a:gd name="adj" fmla="val 19231"/>
            </a:avLst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72EBB7-749C-AD29-A6D1-C0A91F14A9CF}"/>
              </a:ext>
            </a:extLst>
          </p:cNvPr>
          <p:cNvSpPr txBox="1"/>
          <p:nvPr/>
        </p:nvSpPr>
        <p:spPr>
          <a:xfrm>
            <a:off x="4100513" y="3113529"/>
            <a:ext cx="2994731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1" dirty="0" err="1">
                <a:solidFill>
                  <a:srgbClr val="40361C"/>
                </a:solidFill>
              </a:rPr>
              <a:t>BingBongBlitz</a:t>
            </a:r>
            <a:endParaRPr lang="en-US" sz="3500" b="1" dirty="0">
              <a:solidFill>
                <a:srgbClr val="40361C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C0D015A-17C5-C04B-1375-40844A43178B}"/>
              </a:ext>
            </a:extLst>
          </p:cNvPr>
          <p:cNvSpPr/>
          <p:nvPr/>
        </p:nvSpPr>
        <p:spPr>
          <a:xfrm>
            <a:off x="4051300" y="1883325"/>
            <a:ext cx="4089400" cy="832451"/>
          </a:xfrm>
          <a:prstGeom prst="roundRect">
            <a:avLst/>
          </a:prstGeom>
          <a:noFill/>
          <a:ln w="28575">
            <a:solidFill>
              <a:srgbClr val="224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Steam Workshop::Dutch Blitz">
            <a:extLst>
              <a:ext uri="{FF2B5EF4-FFF2-40B4-BE49-F238E27FC236}">
                <a16:creationId xmlns:a16="http://schemas.microsoft.com/office/drawing/2014/main" id="{1E08E7B8-BDAA-EB55-77B1-41FB6612E8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94" t="1172" r="14974" b="26302"/>
          <a:stretch>
            <a:fillRect/>
          </a:stretch>
        </p:blipFill>
        <p:spPr>
          <a:xfrm>
            <a:off x="7317555" y="3113529"/>
            <a:ext cx="604890" cy="630943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CD9BAFB-2A61-7DEB-E6CE-0243B96FEB35}"/>
              </a:ext>
            </a:extLst>
          </p:cNvPr>
          <p:cNvSpPr/>
          <p:nvPr/>
        </p:nvSpPr>
        <p:spPr>
          <a:xfrm>
            <a:off x="4022725" y="1854256"/>
            <a:ext cx="4146550" cy="890588"/>
          </a:xfrm>
          <a:prstGeom prst="roundRect">
            <a:avLst>
              <a:gd name="adj" fmla="val 19231"/>
            </a:avLst>
          </a:prstGeom>
          <a:noFill/>
          <a:ln w="28575">
            <a:solidFill>
              <a:srgbClr val="A5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8BEA0C-5073-DFF5-A025-5CB02C9973DA}"/>
              </a:ext>
            </a:extLst>
          </p:cNvPr>
          <p:cNvSpPr txBox="1"/>
          <p:nvPr/>
        </p:nvSpPr>
        <p:spPr>
          <a:xfrm>
            <a:off x="4100513" y="1984079"/>
            <a:ext cx="2821350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1" dirty="0" err="1">
                <a:solidFill>
                  <a:srgbClr val="22409A"/>
                </a:solidFill>
              </a:rPr>
              <a:t>GuessWhere</a:t>
            </a:r>
            <a:endParaRPr lang="en-US" sz="3500" b="1" dirty="0">
              <a:solidFill>
                <a:srgbClr val="22409A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9EFE4E9-7EA6-6D7C-FF1F-2BE3CFAB988D}"/>
              </a:ext>
            </a:extLst>
          </p:cNvPr>
          <p:cNvSpPr/>
          <p:nvPr/>
        </p:nvSpPr>
        <p:spPr>
          <a:xfrm>
            <a:off x="4051300" y="4142225"/>
            <a:ext cx="4089400" cy="832451"/>
          </a:xfrm>
          <a:prstGeom prst="roundRect">
            <a:avLst/>
          </a:prstGeom>
          <a:noFill/>
          <a:ln w="28575">
            <a:solidFill>
              <a:srgbClr val="F1E1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Earth Logo Vector Art, Icons, and Graphics for Free Download">
            <a:extLst>
              <a:ext uri="{FF2B5EF4-FFF2-40B4-BE49-F238E27FC236}">
                <a16:creationId xmlns:a16="http://schemas.microsoft.com/office/drawing/2014/main" id="{658D0415-8921-2629-97C4-6633AF275C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86" t="20666" r="20027" b="20286"/>
          <a:stretch>
            <a:fillRect/>
          </a:stretch>
        </p:blipFill>
        <p:spPr>
          <a:xfrm>
            <a:off x="7350990" y="2033425"/>
            <a:ext cx="538021" cy="53225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874AE4-5516-C426-D7C5-1F29A2672419}"/>
              </a:ext>
            </a:extLst>
          </p:cNvPr>
          <p:cNvSpPr/>
          <p:nvPr/>
        </p:nvSpPr>
        <p:spPr>
          <a:xfrm>
            <a:off x="4022725" y="4113156"/>
            <a:ext cx="4146550" cy="890588"/>
          </a:xfrm>
          <a:prstGeom prst="roundRect">
            <a:avLst>
              <a:gd name="adj" fmla="val 19231"/>
            </a:avLst>
          </a:prstGeom>
          <a:noFill/>
          <a:ln w="28575">
            <a:solidFill>
              <a:srgbClr val="224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90F996-8A70-9281-9CB8-A681A9E80D80}"/>
              </a:ext>
            </a:extLst>
          </p:cNvPr>
          <p:cNvSpPr txBox="1"/>
          <p:nvPr/>
        </p:nvSpPr>
        <p:spPr>
          <a:xfrm>
            <a:off x="4100513" y="4242979"/>
            <a:ext cx="2550698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1" dirty="0">
                <a:solidFill>
                  <a:srgbClr val="22409A"/>
                </a:solidFill>
              </a:rPr>
              <a:t>Blueberries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7719867-C160-E54A-834A-B236BCD1606F}"/>
              </a:ext>
            </a:extLst>
          </p:cNvPr>
          <p:cNvSpPr/>
          <p:nvPr/>
        </p:nvSpPr>
        <p:spPr>
          <a:xfrm>
            <a:off x="4051300" y="5262694"/>
            <a:ext cx="4089400" cy="832451"/>
          </a:xfrm>
          <a:prstGeom prst="roundRect">
            <a:avLst/>
          </a:prstGeom>
          <a:noFill/>
          <a:ln w="28575">
            <a:solidFill>
              <a:srgbClr val="EBE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🫐 Blueberries Emoji: Meaning &amp; Usage">
            <a:extLst>
              <a:ext uri="{FF2B5EF4-FFF2-40B4-BE49-F238E27FC236}">
                <a16:creationId xmlns:a16="http://schemas.microsoft.com/office/drawing/2014/main" id="{DD952D64-CC62-638B-44B2-6D3FA081C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4529" y="4242979"/>
            <a:ext cx="630942" cy="630942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B73B89C-3493-61A6-CFBC-92AB7497E0D3}"/>
              </a:ext>
            </a:extLst>
          </p:cNvPr>
          <p:cNvSpPr/>
          <p:nvPr/>
        </p:nvSpPr>
        <p:spPr>
          <a:xfrm>
            <a:off x="4022725" y="5233625"/>
            <a:ext cx="4146550" cy="890588"/>
          </a:xfrm>
          <a:prstGeom prst="roundRect">
            <a:avLst>
              <a:gd name="adj" fmla="val 19231"/>
            </a:avLst>
          </a:prstGeom>
          <a:noFill/>
          <a:ln w="28575">
            <a:solidFill>
              <a:srgbClr val="C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5691AC-1327-FAC8-1AAD-CA3B0A04171C}"/>
              </a:ext>
            </a:extLst>
          </p:cNvPr>
          <p:cNvSpPr txBox="1"/>
          <p:nvPr/>
        </p:nvSpPr>
        <p:spPr>
          <a:xfrm>
            <a:off x="4506006" y="5279145"/>
            <a:ext cx="3012748" cy="11849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CC0000"/>
                </a:solidFill>
              </a:rPr>
              <a:t>DaBaShi</a:t>
            </a:r>
            <a:r>
              <a:rPr lang="en-US" sz="2800" b="1" dirty="0">
                <a:solidFill>
                  <a:srgbClr val="CC0000"/>
                </a:solidFill>
              </a:rPr>
              <a:t>  (</a:t>
            </a:r>
            <a:r>
              <a:rPr lang="zh-CN" altLang="en-US" sz="2800" b="1" dirty="0">
                <a:solidFill>
                  <a:srgbClr val="CC0000"/>
                </a:solidFill>
              </a:rPr>
              <a:t>大八十</a:t>
            </a:r>
            <a:r>
              <a:rPr lang="en-US" altLang="zh-CN" sz="2800" b="1" dirty="0">
                <a:solidFill>
                  <a:srgbClr val="CC0000"/>
                </a:solidFill>
              </a:rPr>
              <a:t>)</a:t>
            </a:r>
          </a:p>
          <a:p>
            <a:pPr algn="ctr"/>
            <a:r>
              <a:rPr lang="en-US" sz="1500" b="1" i="1" dirty="0">
                <a:solidFill>
                  <a:srgbClr val="CC0000"/>
                </a:solidFill>
              </a:rPr>
              <a:t>Coming Soon…</a:t>
            </a:r>
          </a:p>
          <a:p>
            <a:endParaRPr lang="en-US" sz="2800" b="1" dirty="0">
              <a:solidFill>
                <a:srgbClr val="CC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147818-D414-2EB2-5804-881B1E298C65}"/>
              </a:ext>
            </a:extLst>
          </p:cNvPr>
          <p:cNvSpPr txBox="1"/>
          <p:nvPr/>
        </p:nvSpPr>
        <p:spPr>
          <a:xfrm>
            <a:off x="3573780" y="733787"/>
            <a:ext cx="52513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Welcome to Jesse’s Games</a:t>
            </a:r>
          </a:p>
        </p:txBody>
      </p:sp>
    </p:spTree>
    <p:extLst>
      <p:ext uri="{BB962C8B-B14F-4D97-AF65-F5344CB8AC3E}">
        <p14:creationId xmlns:p14="http://schemas.microsoft.com/office/powerpoint/2010/main" val="2942199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Jesse VanNewkirk</dc:creator>
  <cp:lastModifiedBy>Jesse VanNewkirk</cp:lastModifiedBy>
  <cp:revision>1</cp:revision>
  <dcterms:created xsi:type="dcterms:W3CDTF">2026-07-24T21:17:30Z</dcterms:created>
  <dcterms:modified xsi:type="dcterms:W3CDTF">2026-07-24T21:25:22Z</dcterms:modified>
</cp:coreProperties>
</file>